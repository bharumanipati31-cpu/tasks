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72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05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8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4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2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0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8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0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0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721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2300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00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238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86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23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2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31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Systems Manager Parameter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AWS Parameter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Parameter Store?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secure storage service for configuration data and secrets.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Parameter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avoid hardcoding sensitive information in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storage, versioning, IAM integration, and encryption.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String, StringList, and SecureString.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store plain text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StringList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comma-separated multiple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SecureString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Encrypted sensitive data using AWS KMS.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KMS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encrypting SecureString parameters.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Controls user access to parameters.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parameter changes using versions.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Organize parameters using paths and folders.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Encryption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Sensitive data is encrypted before storage.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retrieve parameters securely.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CLI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parameters using AWS CLI commands.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EC2 instances can access stored parameters.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Lambda functions can securely use parameters.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Storing database passwords securely.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Security, centralized management, scalability.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Parameter Store helps securely manage application configuration and secrets.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189</Words>
  <Application>Microsoft Office PowerPoint</Application>
  <PresentationFormat>On-screen Show (4:3)</PresentationFormat>
  <Paragraphs>40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Trebuchet MS</vt:lpstr>
      <vt:lpstr>Wingdings 3</vt:lpstr>
      <vt:lpstr>Facet</vt:lpstr>
      <vt:lpstr>AWS Systems Manager Parameter Store</vt:lpstr>
      <vt:lpstr>What is Parameter Store?</vt:lpstr>
      <vt:lpstr>Need for Parameter Store</vt:lpstr>
      <vt:lpstr>Features</vt:lpstr>
      <vt:lpstr>Parameter Types</vt:lpstr>
      <vt:lpstr>String Parameters</vt:lpstr>
      <vt:lpstr>StringList Parameters</vt:lpstr>
      <vt:lpstr>SecureString Parameters</vt:lpstr>
      <vt:lpstr>AWS KMS Integration</vt:lpstr>
      <vt:lpstr>IAM Integration</vt:lpstr>
      <vt:lpstr>Version Control</vt:lpstr>
      <vt:lpstr>Parameter Hierarchy</vt:lpstr>
      <vt:lpstr>Encryption Process</vt:lpstr>
      <vt:lpstr>Retrieving Parameters</vt:lpstr>
      <vt:lpstr>AWS CLI Usage</vt:lpstr>
      <vt:lpstr>Integration with EC2</vt:lpstr>
      <vt:lpstr>Integration with Lambda</vt:lpstr>
      <vt:lpstr>Use Case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 BRAHMAM MANIPATI</cp:lastModifiedBy>
  <cp:revision>2</cp:revision>
  <dcterms:created xsi:type="dcterms:W3CDTF">2013-01-27T09:14:16Z</dcterms:created>
  <dcterms:modified xsi:type="dcterms:W3CDTF">2026-05-12T08:46:39Z</dcterms:modified>
  <cp:category/>
</cp:coreProperties>
</file>