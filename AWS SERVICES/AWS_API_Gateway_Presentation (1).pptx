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92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8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4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9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1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0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5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5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7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1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7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AWS API Gateway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API Gateway</a:t>
            </a:r>
          </a:p>
          <a:p>
            <a:r>
              <a:rPr dirty="0"/>
              <a:t>Secure API Management Service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Bhargavi </a:t>
            </a:r>
            <a:r>
              <a:rPr lang="en-IN" dirty="0" err="1"/>
              <a:t>Eerla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allows communication between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API Gateway?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 AWS service for creating and managing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scaling, Security, Monitoring, Traffic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API, HTTP API, WebSocket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API Gateway → Backend Service →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IAM, API Keys, Cognito, HTTPS Encryption.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CloudWatch Logs, Metrics, AWS X-Ray.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Scalable, Secure, Cost-effective, High Availability.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Serverless apps, Mobile apps, Microservices, IoT.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AWS Console</a:t>
            </a:r>
          </a:p>
          <a:p>
            <a:r>
              <a:t>2. Create API</a:t>
            </a:r>
          </a:p>
          <a:p>
            <a:r>
              <a:t>3. Deploy API</a:t>
            </a:r>
          </a:p>
          <a:p>
            <a:r>
              <a:t>4. Test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API Gateway is widely used in cloud-native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</TotalTime>
  <Words>145</Words>
  <Application>Microsoft Office PowerPoint</Application>
  <PresentationFormat>On-screen Show 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Corbel</vt:lpstr>
      <vt:lpstr>Wingdings 2</vt:lpstr>
      <vt:lpstr>Frame</vt:lpstr>
      <vt:lpstr>                  AWS API Gateway </vt:lpstr>
      <vt:lpstr>Introduction to API</vt:lpstr>
      <vt:lpstr>What is AWS API Gateway?</vt:lpstr>
      <vt:lpstr>Features</vt:lpstr>
      <vt:lpstr>Types of APIs</vt:lpstr>
      <vt:lpstr>Architecture</vt:lpstr>
      <vt:lpstr>Security</vt:lpstr>
      <vt:lpstr>Monitoring</vt:lpstr>
      <vt:lpstr>Advantages</vt:lpstr>
      <vt:lpstr>Use Cases</vt:lpstr>
      <vt:lpstr>Steps to Create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3</cp:revision>
  <dcterms:created xsi:type="dcterms:W3CDTF">2013-01-27T09:14:16Z</dcterms:created>
  <dcterms:modified xsi:type="dcterms:W3CDTF">2026-05-12T07:44:37Z</dcterms:modified>
  <cp:category/>
</cp:coreProperties>
</file>