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7" d="100"/>
          <a:sy n="47" d="100"/>
        </p:scale>
        <p:origin x="1474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8193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484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4718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668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8239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2231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4085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0408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6775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981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6411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3433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451889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8635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6767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070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097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AWS SQS and Amazon MQ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Messaging Services in AWS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Messaging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Messaging services enable communication between applications</a:t>
            </a:r>
          </a:p>
          <a:p>
            <a:r>
              <a:t>Used in distributed systems and microservices</a:t>
            </a:r>
          </a:p>
          <a:p>
            <a:r>
              <a:t>Supports asynchronous communication</a:t>
            </a:r>
          </a:p>
          <a:p>
            <a:r>
              <a:t>AWS provides SQS and Amazon MQ for messaging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AWS SQS?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Amazon SQS stands for Simple Queue Service</a:t>
            </a:r>
          </a:p>
          <a:p>
            <a:r>
              <a:t>Fully managed message queuing service</a:t>
            </a:r>
          </a:p>
          <a:p>
            <a:r>
              <a:t>Enables decoupling of application components</a:t>
            </a:r>
          </a:p>
          <a:p>
            <a:r>
              <a:t>Provides secure and scalable message handling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 of AWS SQS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Fully managed by AWS</a:t>
            </a:r>
          </a:p>
          <a:p>
            <a:r>
              <a:t>Highly scalable</a:t>
            </a:r>
          </a:p>
          <a:p>
            <a:r>
              <a:t>Reliable message delivery</a:t>
            </a:r>
          </a:p>
          <a:p>
            <a:r>
              <a:t>Supports Standard and FIFO queues</a:t>
            </a:r>
          </a:p>
          <a:p>
            <a:r>
              <a:t>Pay only for usage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SQS Queues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Standard Queue</a:t>
            </a:r>
          </a:p>
          <a:p>
            <a:r>
              <a:t>Supports high throughput</a:t>
            </a:r>
          </a:p>
          <a:p>
            <a:r>
              <a:t>Best-effort ordering</a:t>
            </a:r>
          </a:p>
          <a:p>
            <a:endParaRPr/>
          </a:p>
          <a:p>
            <a:r>
              <a:t>FIFO Queue</a:t>
            </a:r>
          </a:p>
          <a:p>
            <a:r>
              <a:t>First-In-First-Out message delivery</a:t>
            </a:r>
          </a:p>
          <a:p>
            <a:r>
              <a:t>No duplicate messages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Amazon MQ?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Amazon MQ is a managed message broker service</a:t>
            </a:r>
          </a:p>
          <a:p>
            <a:r>
              <a:t>Supports Apache ActiveMQ and RabbitMQ</a:t>
            </a:r>
          </a:p>
          <a:p>
            <a:r>
              <a:t>Helps migrate existing applications to AWS</a:t>
            </a:r>
          </a:p>
          <a:p>
            <a:r>
              <a:t>Supports standard messaging protocols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 of Amazon MQ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Managed message broker service</a:t>
            </a:r>
          </a:p>
          <a:p>
            <a:r>
              <a:t>Supports JMS, AMQP, MQTT, OpenWire</a:t>
            </a:r>
          </a:p>
          <a:p>
            <a:r>
              <a:t>Easy migration from traditional brokers</a:t>
            </a:r>
          </a:p>
          <a:p>
            <a:r>
              <a:t>High availability and durability</a:t>
            </a:r>
          </a:p>
          <a:p>
            <a:r>
              <a:t>Automatic software patching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AWS SQS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Producer sends messages to queue</a:t>
            </a:r>
          </a:p>
          <a:p>
            <a:r>
              <a:t>Messages are stored temporarily</a:t>
            </a:r>
          </a:p>
          <a:p>
            <a:r>
              <a:t>Consumers retrieve messages</a:t>
            </a:r>
          </a:p>
          <a:p>
            <a:r>
              <a:t>Processed messages are deleted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Amazon MQ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Applications connect to message broker</a:t>
            </a:r>
          </a:p>
          <a:p>
            <a:r>
              <a:t>Messages routed using messaging protocols</a:t>
            </a:r>
          </a:p>
          <a:p>
            <a:r>
              <a:t>Broker handles message delivery</a:t>
            </a:r>
          </a:p>
          <a:p>
            <a:r>
              <a:t>Consumers process received messages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AWS SQS vs Amazon MQ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SQS is serverless and fully managed</a:t>
            </a:r>
          </a:p>
          <a:p>
            <a:r>
              <a:t>Amazon MQ provides traditional broker features</a:t>
            </a:r>
          </a:p>
          <a:p>
            <a:r>
              <a:t>SQS uses AWS APIs</a:t>
            </a:r>
          </a:p>
          <a:p>
            <a:r>
              <a:t>Amazon MQ supports industry-standard protocols</a:t>
            </a:r>
          </a:p>
          <a:p>
            <a:r>
              <a:t>SQS is ideal for cloud-native apps</a:t>
            </a:r>
          </a:p>
          <a:p>
            <a:r>
              <a:t>Amazon MQ is ideal for legacy migrations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Microservices communication</a:t>
            </a:r>
          </a:p>
          <a:p>
            <a:r>
              <a:t>Order processing systems</a:t>
            </a:r>
          </a:p>
          <a:p>
            <a:r>
              <a:t>Background task processing</a:t>
            </a:r>
          </a:p>
          <a:p>
            <a:r>
              <a:t>Financial transaction systems</a:t>
            </a:r>
          </a:p>
          <a:p>
            <a:r>
              <a:t>IoT messaging applications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AWS SQS and Amazon MQ are powerful messaging solutions</a:t>
            </a:r>
          </a:p>
          <a:p>
            <a:r>
              <a:t>SQS is best for scalable cloud-native applications</a:t>
            </a:r>
          </a:p>
          <a:p>
            <a:r>
              <a:t>Amazon MQ is suitable for traditional messaging systems</a:t>
            </a:r>
          </a:p>
          <a:p>
            <a:r>
              <a:t>Both improve reliability and scalability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</TotalTime>
  <Words>289</Words>
  <Application>Microsoft Office PowerPoint</Application>
  <PresentationFormat>On-screen Show (4:3)</PresentationFormat>
  <Paragraphs>65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Trebuchet MS</vt:lpstr>
      <vt:lpstr>Wingdings 3</vt:lpstr>
      <vt:lpstr>Facet</vt:lpstr>
      <vt:lpstr>AWS SQS and Amazon MQ</vt:lpstr>
      <vt:lpstr>Introduction to Messaging Services</vt:lpstr>
      <vt:lpstr>What is AWS SQS?</vt:lpstr>
      <vt:lpstr>Features of AWS SQS</vt:lpstr>
      <vt:lpstr>Types of SQS Queues</vt:lpstr>
      <vt:lpstr>What is Amazon MQ?</vt:lpstr>
      <vt:lpstr>Features of Amazon MQ</vt:lpstr>
      <vt:lpstr>How AWS SQS Works</vt:lpstr>
      <vt:lpstr>How Amazon MQ Works</vt:lpstr>
      <vt:lpstr>AWS SQS vs Amazon MQ</vt:lpstr>
      <vt:lpstr>Common Use Cases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BALA BRAHMAM MANIPATI</cp:lastModifiedBy>
  <cp:revision>2</cp:revision>
  <dcterms:created xsi:type="dcterms:W3CDTF">2013-01-27T09:14:16Z</dcterms:created>
  <dcterms:modified xsi:type="dcterms:W3CDTF">2026-05-12T07:56:22Z</dcterms:modified>
  <cp:category/>
</cp:coreProperties>
</file>