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47" d="100"/>
          <a:sy n="47" d="100"/>
        </p:scale>
        <p:origin x="1474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03536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69217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93872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07891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35245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18932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49616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17162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34598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3411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165559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60995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956874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4917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04797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64425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46141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AWS Web Application Firewall (WAF)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Security Service for Web Applications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AWS WAF?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AWS WAF (Web Application Firewall) is a cloud security service that protects web applications from common web exploits and attacks.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Protects against SQL Injection attacks</a:t>
            </a:r>
          </a:p>
          <a:p>
            <a:r>
              <a:t>Blocks Cross-Site Scripting (XSS)</a:t>
            </a:r>
          </a:p>
          <a:p>
            <a:r>
              <a:t>Custom security rules</a:t>
            </a:r>
          </a:p>
          <a:p>
            <a:r>
              <a:t>Real-time monitoring</a:t>
            </a:r>
          </a:p>
          <a:p>
            <a:r>
              <a:t>Integration with AWS services</a:t>
            </a:r>
          </a:p>
          <a:p>
            <a:r>
              <a:t>Traffic filtering and rate limiting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AWS WAF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User sends a request to a web application</a:t>
            </a:r>
          </a:p>
          <a:p>
            <a:r>
              <a:t>2. AWS WAF inspects the request</a:t>
            </a:r>
          </a:p>
          <a:p>
            <a:r>
              <a:t>3. Rules are applied to analyze traffic</a:t>
            </a:r>
          </a:p>
          <a:p>
            <a:r>
              <a:t>4. Malicious requests are blocked</a:t>
            </a:r>
          </a:p>
          <a:p>
            <a:r>
              <a:t>5. Safe requests are allowed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Enhances application security</a:t>
            </a:r>
          </a:p>
          <a:p>
            <a:r>
              <a:t>Prevents common cyber attacks</a:t>
            </a:r>
          </a:p>
          <a:p>
            <a:r>
              <a:t>Scalable and fully managed</a:t>
            </a:r>
          </a:p>
          <a:p>
            <a:r>
              <a:t>Easy rule customization</a:t>
            </a:r>
          </a:p>
          <a:p>
            <a:r>
              <a:t>Cost-effective protection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Use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Protecting e-commerce websites</a:t>
            </a:r>
          </a:p>
          <a:p>
            <a:r>
              <a:t>- Securing APIs</a:t>
            </a:r>
          </a:p>
          <a:p>
            <a:r>
              <a:t>- Preventing bot attacks</a:t>
            </a:r>
          </a:p>
          <a:p>
            <a:r>
              <a:t>- Blocking malicious IP addresses</a:t>
            </a:r>
          </a:p>
          <a:p>
            <a:r>
              <a:t>- Protecting login pages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AWS Services Integrated with WAF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Amazon CloudFront</a:t>
            </a:r>
          </a:p>
          <a:p>
            <a:r>
              <a:t>- Application Load Balancer (ALB)</a:t>
            </a:r>
          </a:p>
          <a:p>
            <a:r>
              <a:t>- Amazon API Gateway</a:t>
            </a:r>
          </a:p>
          <a:p>
            <a:r>
              <a:t>- AWS AppSync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AWS WAF helps secure web applications by filtering and monitoring HTTP/HTTPS requests and blocking malicious traffic.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</TotalTime>
  <Words>190</Words>
  <Application>Microsoft Office PowerPoint</Application>
  <PresentationFormat>On-screen Show (4:3)</PresentationFormat>
  <Paragraphs>36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Trebuchet MS</vt:lpstr>
      <vt:lpstr>Wingdings 3</vt:lpstr>
      <vt:lpstr>Facet</vt:lpstr>
      <vt:lpstr>AWS Web Application Firewall (WAF)</vt:lpstr>
      <vt:lpstr>What is AWS WAF?</vt:lpstr>
      <vt:lpstr>Key Features</vt:lpstr>
      <vt:lpstr>How AWS WAF Works</vt:lpstr>
      <vt:lpstr>Advantages</vt:lpstr>
      <vt:lpstr>Common Use Cases</vt:lpstr>
      <vt:lpstr>AWS Services Integrated with WAF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BALA BRAHMAM MANIPATI</cp:lastModifiedBy>
  <cp:revision>2</cp:revision>
  <dcterms:created xsi:type="dcterms:W3CDTF">2013-01-27T09:14:16Z</dcterms:created>
  <dcterms:modified xsi:type="dcterms:W3CDTF">2026-05-07T07:50:44Z</dcterms:modified>
  <cp:category/>
</cp:coreProperties>
</file>