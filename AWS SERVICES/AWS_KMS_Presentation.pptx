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15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05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011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656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74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84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31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78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352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4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19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2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AWS Key Management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KMS?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KMS is a managed encryption service used to create and manage cryptographic keys.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Encryption protects sensitive data from unauthorized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AWS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creation, rotation, access control, audit logging, and integration with AWS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KMS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Managed Keys, AWS Managed Keys, and AWS Owned Keys.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Managed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These keys are created and controlled by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Managed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Automatically managed by AWS services.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Owned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Keys fully managed by AWS internally.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Symmetric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encryption and decryption with the same key.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Asymmetric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public and private key pairs.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KMS supports automatic yearly key rotation.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KMS integrates with IAM for access control.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CloudTrail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Tracks all key usage and API activities.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is encrypted using KMS encryption keys.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Decryption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Authorized users can decrypt encrypted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Services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KMS integrates with S3, EBS, Lambda, RDS, and more.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Encrypting sensitive files stored in Amazon S3.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security, scalability, compliance, and easy management.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Additional charges and dependency on AWS ecosystem.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KMS provides secure and centralized key management for AWS resources.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</TotalTime>
  <Words>240</Words>
  <Application>Microsoft Office PowerPoint</Application>
  <PresentationFormat>On-screen Show (4:3)</PresentationFormat>
  <Paragraphs>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Gill Sans MT</vt:lpstr>
      <vt:lpstr>Gallery</vt:lpstr>
      <vt:lpstr>AWS KMS</vt:lpstr>
      <vt:lpstr>What is AWS KMS?</vt:lpstr>
      <vt:lpstr>Need for Encryption</vt:lpstr>
      <vt:lpstr>Features of AWS KMS</vt:lpstr>
      <vt:lpstr>Types of KMS Keys</vt:lpstr>
      <vt:lpstr>Customer Managed Keys</vt:lpstr>
      <vt:lpstr>AWS Managed Keys</vt:lpstr>
      <vt:lpstr>AWS Owned Keys</vt:lpstr>
      <vt:lpstr>Symmetric Keys</vt:lpstr>
      <vt:lpstr>Asymmetric Keys</vt:lpstr>
      <vt:lpstr>Key Rotation</vt:lpstr>
      <vt:lpstr>IAM Integration</vt:lpstr>
      <vt:lpstr>CloudTrail Integration</vt:lpstr>
      <vt:lpstr>Encryption Process</vt:lpstr>
      <vt:lpstr>Decryption Process</vt:lpstr>
      <vt:lpstr>AWS Services Integration</vt:lpstr>
      <vt:lpstr>Use Case</vt:lpstr>
      <vt:lpstr>Advantages</vt:lpstr>
      <vt:lpstr>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 BRAHMAM MANIPATI</cp:lastModifiedBy>
  <cp:revision>2</cp:revision>
  <dcterms:created xsi:type="dcterms:W3CDTF">2013-01-27T09:14:16Z</dcterms:created>
  <dcterms:modified xsi:type="dcterms:W3CDTF">2026-05-12T07:52:58Z</dcterms:modified>
  <cp:category/>
</cp:coreProperties>
</file>