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9" r:id="rId20"/>
    <p:sldId id="280" r:id="rId21"/>
    <p:sldId id="281" r:id="rId22"/>
    <p:sldId id="283" r:id="rId23"/>
    <p:sldId id="286" r:id="rId24"/>
    <p:sldId id="29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0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2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6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7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26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15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29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7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31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08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8771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00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7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96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1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10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599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Lambda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AWS Lambda Concepts, Architecture, and Hands-On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Lambda?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AWS Lambda is a serverless compute service that runs code without managing servers.</a:t>
            </a:r>
          </a:p>
          <a:p>
            <a:endParaRPr sz="1800"/>
          </a:p>
          <a:p>
            <a:r>
              <a:rPr sz="1800"/>
              <a:t>It automatically scales and executes code in response to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Lambda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Function → Actual code</a:t>
            </a:r>
          </a:p>
          <a:p>
            <a:r>
              <a:rPr sz="1800"/>
              <a:t>• Trigger → Event that starts Lambda</a:t>
            </a:r>
          </a:p>
          <a:p>
            <a:r>
              <a:rPr sz="1800"/>
              <a:t>• IAM Role → Permissions</a:t>
            </a:r>
          </a:p>
          <a:p>
            <a:r>
              <a:rPr sz="1800"/>
              <a:t>• Event → Input data</a:t>
            </a:r>
          </a:p>
          <a:p>
            <a:r>
              <a:rPr sz="1800"/>
              <a:t>• CloudWatch Logs →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Stop/start EC2 automatically</a:t>
            </a:r>
          </a:p>
          <a:p>
            <a:r>
              <a:rPr sz="1800"/>
              <a:t>• S3 file processing</a:t>
            </a:r>
          </a:p>
          <a:p>
            <a:r>
              <a:rPr sz="1800"/>
              <a:t>• Send SNS alerts</a:t>
            </a:r>
          </a:p>
          <a:p>
            <a:r>
              <a:rPr sz="1800"/>
              <a:t>• CloudWatch automation</a:t>
            </a:r>
          </a:p>
          <a:p>
            <a:r>
              <a:rPr sz="1800"/>
              <a:t>• API backends</a:t>
            </a:r>
          </a:p>
          <a:p>
            <a:r>
              <a:rPr sz="1800"/>
              <a:t>• Security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Goal:</a:t>
            </a:r>
          </a:p>
          <a:p>
            <a:r>
              <a:rPr sz="1800"/>
              <a:t>Automatically stop and start EC2 instances using AWS Lambda.</a:t>
            </a:r>
          </a:p>
          <a:p>
            <a:endParaRPr sz="1800"/>
          </a:p>
          <a:p>
            <a:r>
              <a:rPr sz="1800"/>
              <a:t>This helps companies reduce AWS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EventBridge Schedule</a:t>
            </a:r>
          </a:p>
          <a:p>
            <a:r>
              <a:rPr sz="1800"/>
              <a:t>        ↓</a:t>
            </a:r>
          </a:p>
          <a:p>
            <a:r>
              <a:rPr sz="1800"/>
              <a:t>AWS Lambda</a:t>
            </a:r>
          </a:p>
          <a:p>
            <a:r>
              <a:rPr sz="1800"/>
              <a:t>        ↓</a:t>
            </a:r>
          </a:p>
          <a:p>
            <a:r>
              <a:rPr sz="1800"/>
              <a:t>EC2 Instance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AWS Lambda</a:t>
            </a:r>
          </a:p>
          <a:p>
            <a:r>
              <a:rPr sz="1800"/>
              <a:t>• EC2</a:t>
            </a:r>
          </a:p>
          <a:p>
            <a:r>
              <a:rPr sz="1800"/>
              <a:t>• IAM</a:t>
            </a:r>
          </a:p>
          <a:p>
            <a:r>
              <a:rPr sz="1800"/>
              <a:t>• EventBridge</a:t>
            </a:r>
          </a:p>
          <a:p>
            <a:r>
              <a:rPr sz="1800"/>
              <a:t>• CloudWatch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1 - Create EC2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Launch EC2 instance</a:t>
            </a:r>
          </a:p>
          <a:p>
            <a:r>
              <a:rPr sz="1800"/>
              <a:t>• Amazon Linux 2023</a:t>
            </a:r>
          </a:p>
          <a:p>
            <a:r>
              <a:rPr sz="1800"/>
              <a:t>• t2.micro / t3.micro</a:t>
            </a:r>
          </a:p>
          <a:p>
            <a:r>
              <a:rPr sz="1800"/>
              <a:t>• Copy Instance 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2 - Create IAM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IAM policy permissions used:</a:t>
            </a:r>
          </a:p>
          <a:p>
            <a:endParaRPr sz="1800"/>
          </a:p>
          <a:p>
            <a:r>
              <a:rPr sz="1800"/>
              <a:t>• ec2:StartInstances</a:t>
            </a:r>
          </a:p>
          <a:p>
            <a:r>
              <a:rPr sz="1800"/>
              <a:t>• ec2:StopInstances</a:t>
            </a:r>
          </a:p>
          <a:p>
            <a:r>
              <a:rPr sz="1800"/>
              <a:t>• ec2:DescribeInstances</a:t>
            </a:r>
          </a:p>
          <a:p>
            <a:r>
              <a:rPr sz="1800"/>
              <a:t>• CloudWatch Logs permissions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IAM Policy is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Lambda cannot access AWS services by default.</a:t>
            </a:r>
          </a:p>
          <a:p>
            <a:endParaRPr sz="1800"/>
          </a:p>
          <a:p>
            <a:r>
              <a:rPr sz="1800"/>
              <a:t>IAM policy provides permissions to:</a:t>
            </a:r>
          </a:p>
          <a:p>
            <a:r>
              <a:rPr sz="1800"/>
              <a:t>• Start EC2</a:t>
            </a:r>
          </a:p>
          <a:p>
            <a:r>
              <a:rPr sz="1800"/>
              <a:t>• Stop EC2</a:t>
            </a:r>
          </a:p>
          <a:p>
            <a:r>
              <a:rPr sz="1800"/>
              <a:t>• Write CloudWatch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3 - Create IAM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Create Lambda execution role</a:t>
            </a:r>
          </a:p>
          <a:p>
            <a:r>
              <a:rPr sz="1800"/>
              <a:t>• Attach IAM policy</a:t>
            </a:r>
          </a:p>
          <a:p>
            <a:r>
              <a:rPr sz="1800"/>
              <a:t>• Assign role to Lambda function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4 - Create Lambda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Function Name:</a:t>
            </a:r>
          </a:p>
          <a:p>
            <a:r>
              <a:rPr sz="1800"/>
              <a:t>stop-ec2-demo</a:t>
            </a:r>
          </a:p>
          <a:p>
            <a:endParaRPr sz="1800"/>
          </a:p>
          <a:p>
            <a:r>
              <a:rPr sz="1800"/>
              <a:t>Runtime:</a:t>
            </a:r>
          </a:p>
          <a:p>
            <a:r>
              <a:rPr sz="1800"/>
              <a:t>Python 3.x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5 - Lambda 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Lambda code uses boto3 SDK to communicate with EC2.</a:t>
            </a:r>
          </a:p>
          <a:p>
            <a:endParaRPr sz="1800"/>
          </a:p>
          <a:p>
            <a:r>
              <a:rPr sz="1800"/>
              <a:t>Main operation:</a:t>
            </a:r>
          </a:p>
          <a:p>
            <a:r>
              <a:rPr sz="1800"/>
              <a:t>ec2.stop_instances()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Boto3?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Boto3 is the AWS SDK for Python.</a:t>
            </a:r>
          </a:p>
          <a:p>
            <a:endParaRPr sz="1800"/>
          </a:p>
          <a:p>
            <a:r>
              <a:rPr sz="1800"/>
              <a:t>It allows Python code to interact with AWS services such as:</a:t>
            </a:r>
          </a:p>
          <a:p>
            <a:r>
              <a:rPr sz="1800"/>
              <a:t>• EC2</a:t>
            </a:r>
          </a:p>
          <a:p>
            <a:r>
              <a:rPr sz="1800"/>
              <a:t>• S3</a:t>
            </a:r>
          </a:p>
          <a:p>
            <a:r>
              <a:rPr sz="1800"/>
              <a:t>• Lambda</a:t>
            </a:r>
          </a:p>
          <a:p>
            <a:r>
              <a:rPr sz="1800"/>
              <a:t>• CloudWatch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6 - Deploy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After adding code, click Deploy.</a:t>
            </a:r>
          </a:p>
          <a:p>
            <a:endParaRPr sz="1800"/>
          </a:p>
          <a:p>
            <a:r>
              <a:rPr sz="1800"/>
              <a:t>Lambda function becomes active and ready for execution.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7 - Test Lambda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Test Event JSON:</a:t>
            </a:r>
          </a:p>
          <a:p>
            <a:endParaRPr sz="1800"/>
          </a:p>
          <a:p>
            <a:r>
              <a:rPr sz="1800"/>
              <a:t>{}</a:t>
            </a:r>
          </a:p>
          <a:p>
            <a:endParaRPr sz="1800"/>
          </a:p>
          <a:p>
            <a:r>
              <a:rPr sz="1800"/>
              <a:t>This means Lambda runs with empty input.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Lambda Worked in Real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1. Lambda executed Python code</a:t>
            </a:r>
          </a:p>
          <a:p>
            <a:r>
              <a:rPr sz="1800"/>
              <a:t>2. Lambda assumed IAM role</a:t>
            </a:r>
          </a:p>
          <a:p>
            <a:r>
              <a:rPr sz="1800"/>
              <a:t>3. Lambda communicated with EC2 service</a:t>
            </a:r>
          </a:p>
          <a:p>
            <a:r>
              <a:rPr sz="1800"/>
              <a:t>4. EC2 instance received stop request</a:t>
            </a:r>
          </a:p>
          <a:p>
            <a:r>
              <a:rPr sz="1800"/>
              <a:t>5. Instance changed state to Stopped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CloudWatch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Lambda automatically sends logs to CloudWatch.</a:t>
            </a:r>
          </a:p>
          <a:p>
            <a:endParaRPr sz="1800"/>
          </a:p>
          <a:p>
            <a:r>
              <a:rPr sz="1800"/>
              <a:t>Useful for:</a:t>
            </a:r>
          </a:p>
          <a:p>
            <a:r>
              <a:rPr sz="1800"/>
              <a:t>• Debugging</a:t>
            </a:r>
          </a:p>
          <a:p>
            <a:r>
              <a:rPr sz="1800"/>
              <a:t>• Monitoring</a:t>
            </a:r>
          </a:p>
          <a:p>
            <a:r>
              <a:rPr sz="1800"/>
              <a:t>• Troubleshooting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Company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Companies stop non-production EC2 servers after office hours to reduce cloud costs.</a:t>
            </a:r>
          </a:p>
          <a:p>
            <a:endParaRPr sz="1800"/>
          </a:p>
          <a:p>
            <a:r>
              <a:rPr sz="1800"/>
              <a:t>Lambda automation removes manual effort.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Serverless</a:t>
            </a:r>
          </a:p>
          <a:p>
            <a:r>
              <a:rPr sz="1800"/>
              <a:t>• Auto scaling</a:t>
            </a:r>
          </a:p>
          <a:p>
            <a:r>
              <a:rPr sz="1800"/>
              <a:t>• Pay only for usage</a:t>
            </a:r>
          </a:p>
          <a:p>
            <a:r>
              <a:rPr sz="1800"/>
              <a:t>• No infrastructure management</a:t>
            </a:r>
          </a:p>
          <a:p>
            <a:r>
              <a:rPr sz="1800"/>
              <a:t>• Event-driven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Lambda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S3 uploads</a:t>
            </a:r>
          </a:p>
          <a:p>
            <a:r>
              <a:rPr sz="1800"/>
              <a:t>• API Gateway</a:t>
            </a:r>
          </a:p>
          <a:p>
            <a:r>
              <a:rPr sz="1800"/>
              <a:t>• EventBridge</a:t>
            </a:r>
          </a:p>
          <a:p>
            <a:r>
              <a:rPr sz="1800"/>
              <a:t>• SNS</a:t>
            </a:r>
          </a:p>
          <a:p>
            <a:r>
              <a:rPr sz="1800"/>
              <a:t>• SQS</a:t>
            </a:r>
          </a:p>
          <a:p>
            <a:r>
              <a:rPr sz="1800"/>
              <a:t>• CloudWatch alarms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vs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Lambda:</a:t>
            </a:r>
          </a:p>
          <a:p>
            <a:r>
              <a:rPr sz="1800"/>
              <a:t>• Serverless</a:t>
            </a:r>
          </a:p>
          <a:p>
            <a:r>
              <a:rPr sz="1800"/>
              <a:t>• Event-driven</a:t>
            </a:r>
          </a:p>
          <a:p>
            <a:r>
              <a:rPr sz="1800"/>
              <a:t>• Auto scaling</a:t>
            </a:r>
          </a:p>
          <a:p>
            <a:endParaRPr sz="1800"/>
          </a:p>
          <a:p>
            <a:r>
              <a:rPr sz="1800"/>
              <a:t>EC2:</a:t>
            </a:r>
          </a:p>
          <a:p>
            <a:r>
              <a:rPr sz="1800"/>
              <a:t>• Full server management</a:t>
            </a:r>
          </a:p>
          <a:p>
            <a:r>
              <a:rPr sz="1800"/>
              <a:t>• Manual scaling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Successfully implemented a serverless automation using AWS Lambda.</a:t>
            </a:r>
          </a:p>
          <a:p>
            <a:endParaRPr sz="1800"/>
          </a:p>
          <a:p>
            <a:r>
              <a:rPr sz="1800"/>
              <a:t>Lambda interacted with EC2 using IAM permissions and automated instance management without requiring server administration.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Pricing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AWS Lambda pricing is based on:</a:t>
            </a:r>
          </a:p>
          <a:p>
            <a:endParaRPr sz="1800"/>
          </a:p>
          <a:p>
            <a:r>
              <a:rPr sz="1800"/>
              <a:t>• Number of requests</a:t>
            </a:r>
          </a:p>
          <a:p>
            <a:r>
              <a:rPr sz="1800"/>
              <a:t>• Execution duration</a:t>
            </a:r>
          </a:p>
          <a:p>
            <a:r>
              <a:rPr sz="1800"/>
              <a:t>• Allocated memory</a:t>
            </a:r>
          </a:p>
          <a:p>
            <a:endParaRPr sz="1800"/>
          </a:p>
          <a:p>
            <a:r>
              <a:rPr sz="1800"/>
              <a:t>AWS Free Tier includes:</a:t>
            </a:r>
          </a:p>
          <a:p>
            <a:r>
              <a:rPr sz="1800"/>
              <a:t>• 1 Million free requests per month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21</TotalTime>
  <Words>556</Words>
  <Application>Microsoft Office PowerPoint</Application>
  <PresentationFormat>On-screen Show (4:3)</PresentationFormat>
  <Paragraphs>140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Century Gothic</vt:lpstr>
      <vt:lpstr>Vapor Trail</vt:lpstr>
      <vt:lpstr>AWS Lambda</vt:lpstr>
      <vt:lpstr>What is AWS Lambda?</vt:lpstr>
      <vt:lpstr>Important Lambda Concepts</vt:lpstr>
      <vt:lpstr>Real World Use Cases</vt:lpstr>
      <vt:lpstr>Project Overview</vt:lpstr>
      <vt:lpstr>Architecture</vt:lpstr>
      <vt:lpstr>Services Used</vt:lpstr>
      <vt:lpstr>Step 1 - Create EC2 Instance</vt:lpstr>
      <vt:lpstr>Step 2 - Create IAM Policy</vt:lpstr>
      <vt:lpstr>Why IAM Policy is Required</vt:lpstr>
      <vt:lpstr>Step 3 - Create IAM Role</vt:lpstr>
      <vt:lpstr>Step 4 - Create Lambda Function</vt:lpstr>
      <vt:lpstr>Step 5 - Lambda Python Code</vt:lpstr>
      <vt:lpstr>What is Boto3?</vt:lpstr>
      <vt:lpstr>Step 6 - Deploy Lambda</vt:lpstr>
      <vt:lpstr>Step 7 - Test Lambda Function</vt:lpstr>
      <vt:lpstr>How Lambda Worked in Real Time</vt:lpstr>
      <vt:lpstr>CloudWatch Logs</vt:lpstr>
      <vt:lpstr>Real Company Scenario</vt:lpstr>
      <vt:lpstr>Advantages of Lambda</vt:lpstr>
      <vt:lpstr>Common Lambda Triggers</vt:lpstr>
      <vt:lpstr>Lambda vs EC2</vt:lpstr>
      <vt:lpstr>Conclusion</vt:lpstr>
      <vt:lpstr>Lambda Pricing Model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Taha Quadri</dc:creator>
  <cp:keywords/>
  <dc:description>generated using python-pptx</dc:description>
  <cp:lastModifiedBy>Syed Taha Quadri</cp:lastModifiedBy>
  <cp:revision>2</cp:revision>
  <dcterms:created xsi:type="dcterms:W3CDTF">2013-01-27T09:14:16Z</dcterms:created>
  <dcterms:modified xsi:type="dcterms:W3CDTF">2026-05-06T11:29:29Z</dcterms:modified>
  <cp:category/>
</cp:coreProperties>
</file>