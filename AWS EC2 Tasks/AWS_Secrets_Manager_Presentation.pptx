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7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1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3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7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4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9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8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3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9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5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7332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65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8405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0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46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2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Secrets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 Management of Secrets and Credentials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Secrets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Secrets Manager is a fully managed service that helps securely store, manage, and rotate secrets such as passwords, API keys, and database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storage of secrets</a:t>
            </a:r>
          </a:p>
          <a:p>
            <a:r>
              <a:t>Automatic secret rotation</a:t>
            </a:r>
          </a:p>
          <a:p>
            <a:r>
              <a:t>Encryption using AWS KMS</a:t>
            </a:r>
          </a:p>
          <a:p>
            <a:r>
              <a:t>Fine-grained access control with IAM</a:t>
            </a:r>
          </a:p>
          <a:p>
            <a:r>
              <a:t>Integration with AWS services</a:t>
            </a:r>
          </a:p>
          <a:p>
            <a:r>
              <a:t>Centralized secret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Secrets Manager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Store secrets securely in AWS Secrets Manager</a:t>
            </a:r>
          </a:p>
          <a:p>
            <a:r>
              <a:t>2. Encrypt secrets using AWS KMS</a:t>
            </a:r>
          </a:p>
          <a:p>
            <a:r>
              <a:t>3. Applications request secrets securely</a:t>
            </a:r>
          </a:p>
          <a:p>
            <a:r>
              <a:t>4. Secrets Manager authenticates and provides access</a:t>
            </a:r>
          </a:p>
          <a:p>
            <a:r>
              <a:t>5. Secrets can be rotated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Secrets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Database credentials</a:t>
            </a:r>
          </a:p>
          <a:p>
            <a:r>
              <a:t>- API keys</a:t>
            </a:r>
          </a:p>
          <a:p>
            <a:r>
              <a:t>- OAuth tokens</a:t>
            </a:r>
          </a:p>
          <a:p>
            <a:r>
              <a:t>- SSH keys</a:t>
            </a:r>
          </a:p>
          <a:p>
            <a:r>
              <a:t>- Application secrets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application security</a:t>
            </a:r>
          </a:p>
          <a:p>
            <a:r>
              <a:t>Automatic credential rotation</a:t>
            </a:r>
          </a:p>
          <a:p>
            <a:r>
              <a:t>Reduced hardcoding of secrets</a:t>
            </a:r>
          </a:p>
          <a:p>
            <a:r>
              <a:t>Centralized management</a:t>
            </a:r>
          </a:p>
          <a:p>
            <a:r>
              <a:t>Enhanced compliance and auditing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Managing database passwords</a:t>
            </a:r>
          </a:p>
          <a:p>
            <a:r>
              <a:t>- Storing API authentication keys</a:t>
            </a:r>
          </a:p>
          <a:p>
            <a:r>
              <a:t>- Securing microservices communication</a:t>
            </a:r>
          </a:p>
          <a:p>
            <a:r>
              <a:t>- Managing third-party credentials</a:t>
            </a:r>
          </a:p>
          <a:p>
            <a:r>
              <a:t>- DevOps and CI/CD secret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AWS Lambda</a:t>
            </a:r>
          </a:p>
          <a:p>
            <a:r>
              <a:t>- Amazon RDS</a:t>
            </a:r>
          </a:p>
          <a:p>
            <a:r>
              <a:t>- Amazon EC2</a:t>
            </a:r>
          </a:p>
          <a:p>
            <a:r>
              <a:t>- Amazon ECS and EKS</a:t>
            </a:r>
          </a:p>
          <a:p>
            <a:r>
              <a:t>- AWS CodeBuild and CodePipeline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Store vs Secrets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Parameter Store:</a:t>
            </a:r>
          </a:p>
          <a:p>
            <a:r>
              <a:t>- Basic secret storage</a:t>
            </a:r>
          </a:p>
          <a:p>
            <a:r>
              <a:t>- Lower cost</a:t>
            </a:r>
          </a:p>
          <a:p>
            <a:endParaRPr/>
          </a:p>
          <a:p>
            <a:r>
              <a:t>Secrets Manager:</a:t>
            </a:r>
          </a:p>
          <a:p>
            <a:r>
              <a:t>- Automatic secret rotation</a:t>
            </a:r>
          </a:p>
          <a:p>
            <a:r>
              <a:t>- Advanced secret management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Secrets Manager provides secure and automated management of sensitive credentials and secrets for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240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AWS Secrets Manager</vt:lpstr>
      <vt:lpstr>What is AWS Secrets Manager?</vt:lpstr>
      <vt:lpstr>Key Features</vt:lpstr>
      <vt:lpstr>How AWS Secrets Manager Works</vt:lpstr>
      <vt:lpstr>Types of Secrets</vt:lpstr>
      <vt:lpstr>Advantages</vt:lpstr>
      <vt:lpstr>Common Use Cases</vt:lpstr>
      <vt:lpstr>AWS Services Integration</vt:lpstr>
      <vt:lpstr>Parameter Store vs Secrets Manager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BRAHMAM MANIPATI</cp:lastModifiedBy>
  <cp:revision>2</cp:revision>
  <dcterms:created xsi:type="dcterms:W3CDTF">2013-01-27T09:14:16Z</dcterms:created>
  <dcterms:modified xsi:type="dcterms:W3CDTF">2026-05-12T07:59:43Z</dcterms:modified>
  <cp:category/>
</cp:coreProperties>
</file>